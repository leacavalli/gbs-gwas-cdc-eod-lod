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62" r:id="rId7"/>
    <p:sldId id="267" r:id="rId8"/>
    <p:sldId id="269" r:id="rId9"/>
    <p:sldId id="268" r:id="rId10"/>
    <p:sldId id="263" r:id="rId11"/>
    <p:sldId id="270" r:id="rId12"/>
    <p:sldId id="264" r:id="rId13"/>
    <p:sldId id="271" r:id="rId14"/>
    <p:sldId id="265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DD76-ED24-8C13-7C4D-3C73A5502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25801-8BE4-16EA-47BC-AF0D2B6BA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419F5-B51F-BE8B-828F-B93602D6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D1CEC-B4DC-2EDB-DAB0-1FB98ADB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DF990-020F-7D9A-96E4-A807E5DD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18BA4-C7F1-F5FD-A793-BCD2DCD4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F0A03-9B24-520B-47D5-A09F217BC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43409-B326-56B6-28AA-6BDFA8EE2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13CFA-CFB9-1296-FC22-67132879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DD4D7-B5CC-EEB6-EABE-FC69F241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3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84F8-CC0F-3022-E9AE-E51EB62FF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9CA81-F9AF-1124-D2A8-77F28D8A3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78E43-5D2E-24EF-4BD2-A34B7E2B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CE74E-35E5-7068-9464-9287698B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4343C-522E-2B23-B822-4E0185832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4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77C9-89C9-92F4-8D89-1BEFCDCDD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739F3-F40B-6B2D-995B-BED740E1A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5F070-0F40-673C-B8BC-E6779759A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3AFE5-C3E1-AC81-1FE8-95CA6492D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19615-2670-8B53-4603-6008E767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A6F00-A961-923B-5184-D9206773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3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F777-9E0D-ADB2-7C79-B7018D98C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370BD-39E9-E513-701A-2DC9567EB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FF5BA-6C0D-480A-6A24-AE53B5AA7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F0C3F-9220-0827-3DAE-B809C15F7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54B69-BFE7-18C3-F451-0855A7BB32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F6064-88A2-4CE9-76D6-0C6428424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4D51C9-EE1A-3F2B-D5C3-23D9362F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6BFB41-A16B-F6BD-30B5-41A47FE9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0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11890-2C27-CC7F-2902-849C4619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31C54-738C-D8B2-E9FD-9EC440DB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53EF2-2021-388F-9886-4B9E3689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648E1-4916-0579-8C78-118DE20C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355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58FA22-F3BC-8504-0EB5-BE6EA91A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4C9E5-A1FE-BED6-2B55-EC796DF3D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F07A6-0702-293E-F096-1E2161BD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18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5A4F-D207-A3BA-267C-AB38AB36A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A9467-3C1A-A71B-0B2F-BD9837A58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1E56E-5F4D-6CF7-DEEE-80262BE41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B34CA-E710-B6F3-2057-F1E57BD32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B49EE-F2C1-6FC9-202C-2EDC22904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D4AB6-58DC-2A66-C171-03F1759F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8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124E-B8B6-2FF5-C50A-120F5820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0F0E6F-3F33-0D5C-5989-727A133FED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BE3A5-C869-48BA-CB75-DB76C9966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2D61C-B98C-A95F-9A50-3E8B9252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F83F-1A5D-79EC-5129-A00B3F459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815A4-6597-B99D-19D8-77AE0E02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D213-A19F-2F9D-7CB7-9BD293457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66430-997A-1EC2-6E83-26CB3389F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33F75-5D55-9F35-8055-69F33E6E3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AB177-45D8-715C-DC15-F77BB7DE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190E-A6B9-2F90-9C74-2CB24AD5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6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C9D26-5069-BAE8-41B4-6F5B2D075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DD21D-0913-D0F2-8BA7-522D0024A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E7A67-D34E-9AF0-AF5F-00472006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3F251-08A9-3FC4-5C55-F0F22FA7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BF58D-EDD2-1085-240F-F8717C53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0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CA0AA-1EB7-3723-B507-AE86AF02E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60E13-5266-AC97-572A-7A83B9612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8EB91-361D-F9B9-D59D-3C77B9215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97AFC-93D8-43CC-B0EB-672A68C4956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7133B-A40D-8A59-0546-7F8364B04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AD911-6D4B-A631-34C2-9BDB4FD91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D0F09-86D3-439F-8358-CD1035D08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5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E69E-D5B7-328D-FB1F-9C4E294EF7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GBS GWAS </a:t>
            </a:r>
            <a:br>
              <a:rPr lang="en-GB" dirty="0"/>
            </a:br>
            <a:r>
              <a:rPr lang="en-GB" dirty="0"/>
              <a:t>Preliminary Results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4FDBA-27A6-F544-E72F-3A688728A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08/05/2025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458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B971C-A099-07DD-185C-7E75C68ED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703F-F93A-0A4B-BE15-1D6958812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DF087-7AEC-0348-6638-59F2D2243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 err="1"/>
              <a:t>Nextflow_pipeline_EOD_LOD_CDC</a:t>
            </a:r>
            <a:endParaRPr lang="en-GB" dirty="0"/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Main Analysis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Sub-Analysis 1: Population structure methods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Sub-Analysis 3: Continuous Outcome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Nextflow_pipeline_EOD_LOD_VLOD_CDC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Nextflow_pipeline_EOD_LOD_VLOD_CDC_NL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832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F1943-8EC1-7CA2-620D-3C1A13FE8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53F6-C5AD-E1E3-DDC5-DC5A4D5C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78EE-2DAA-BF47-46BF-255223C01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 err="1"/>
              <a:t>Nextflow_pipeline_EOD_LOD_CDC</a:t>
            </a:r>
            <a:endParaRPr lang="en-GB" dirty="0"/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Main Analysis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Sub-Analysis 1: Population structure methods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Sub-Analysis 3: Continuous Outcome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2.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Nextflow_pipeline_EOD_LOD_VLOD_CDC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3.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Nextflow_pipeline_EOD_LOD_VLOD_CDC_NL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88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DAE1-9429-9A64-D388-2CF3ECCD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SNP-GWAS – </a:t>
            </a:r>
            <a:r>
              <a:rPr lang="en-GB" dirty="0" err="1"/>
              <a:t>FastTree</a:t>
            </a:r>
            <a:r>
              <a:rPr lang="en-GB" dirty="0"/>
              <a:t> LMM</a:t>
            </a:r>
            <a:endParaRPr lang="en-US" dirty="0"/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4440B4B-F0C5-3479-D9F2-2C387E494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43" y="2141537"/>
            <a:ext cx="6459416" cy="4351338"/>
          </a:xfrm>
        </p:spPr>
      </p:pic>
      <p:pic>
        <p:nvPicPr>
          <p:cNvPr id="7" name="Picture 6" descr="A line graph with black dots&#10;&#10;AI-generated content may be incorrect.">
            <a:extLst>
              <a:ext uri="{FF2B5EF4-FFF2-40B4-BE49-F238E27FC236}">
                <a16:creationId xmlns:a16="http://schemas.microsoft.com/office/drawing/2014/main" id="{BD80F732-5A39-01A9-6698-E9A7DFF06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708" y="2215055"/>
            <a:ext cx="5130949" cy="345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5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1531-AED4-A617-765D-BA8D435A6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369D-D65C-ECD9-3E6B-19AE5E40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DBGWAS – </a:t>
            </a:r>
            <a:r>
              <a:rPr lang="en-GB" dirty="0" err="1"/>
              <a:t>FastTree</a:t>
            </a:r>
            <a:r>
              <a:rPr lang="en-GB" dirty="0"/>
              <a:t> LMM</a:t>
            </a:r>
            <a:endParaRPr lang="en-US" dirty="0"/>
          </a:p>
        </p:txBody>
      </p:sp>
      <p:pic>
        <p:nvPicPr>
          <p:cNvPr id="8" name="Content Placeholder 7" descr="A graph of a graph with numbers and text&#10;&#10;AI-generated content may be incorrect.">
            <a:extLst>
              <a:ext uri="{FF2B5EF4-FFF2-40B4-BE49-F238E27FC236}">
                <a16:creationId xmlns:a16="http://schemas.microsoft.com/office/drawing/2014/main" id="{AB4A1480-A29E-D8CF-23D2-0DEE4E975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4" y="1630260"/>
            <a:ext cx="6459416" cy="4351338"/>
          </a:xfrm>
        </p:spPr>
      </p:pic>
      <p:pic>
        <p:nvPicPr>
          <p:cNvPr id="10" name="Picture 9" descr="A graph with a line&#10;&#10;AI-generated content may be incorrect.">
            <a:extLst>
              <a:ext uri="{FF2B5EF4-FFF2-40B4-BE49-F238E27FC236}">
                <a16:creationId xmlns:a16="http://schemas.microsoft.com/office/drawing/2014/main" id="{82D9CF46-5129-B36B-6CFD-8096135E6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505" y="-90435"/>
            <a:ext cx="5108628" cy="3441390"/>
          </a:xfrm>
          <a:prstGeom prst="rect">
            <a:avLst/>
          </a:prstGeom>
        </p:spPr>
      </p:pic>
      <p:pic>
        <p:nvPicPr>
          <p:cNvPr id="12" name="Picture 11" descr="A screen shot of a graph&#10;&#10;AI-generated content may be incorrect.">
            <a:extLst>
              <a:ext uri="{FF2B5EF4-FFF2-40B4-BE49-F238E27FC236}">
                <a16:creationId xmlns:a16="http://schemas.microsoft.com/office/drawing/2014/main" id="{EDD71103-2773-D544-2172-3CE432AFB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84" y="3350955"/>
            <a:ext cx="4616669" cy="339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1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4C464-B213-513F-FB9E-E22BECBA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11C0F-5366-9469-04F0-9C0030B3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D1E6C-E448-A5B4-F1DA-D9ED6B3C6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 err="1"/>
              <a:t>Nextflow_pipeline_EOD_LOD_CDC</a:t>
            </a:r>
            <a:endParaRPr lang="en-GB" dirty="0"/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Main Analysis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Sub-Analysis 1: Population structure methods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Sub-Analysis 3: Continuous Outcome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2.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Nextflow_pipeline_EOD_LOD_VLOD_CDC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3.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Nextflow_pipeline_EOD_LOD_VLOD_CDC_NL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220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B22E-60AC-D34B-31E4-58B2F29A0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DBGWAS – </a:t>
            </a:r>
            <a:r>
              <a:rPr lang="en-GB" dirty="0" err="1"/>
              <a:t>Fastree</a:t>
            </a:r>
            <a:r>
              <a:rPr lang="en-GB" dirty="0"/>
              <a:t> FEM</a:t>
            </a:r>
            <a:endParaRPr lang="en-US" dirty="0"/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E0E35945-01D4-5671-A83D-D0D0A85B2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11" y="1767225"/>
            <a:ext cx="5911389" cy="4351338"/>
          </a:xfrm>
        </p:spPr>
      </p:pic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F9C0BAC9-5814-3928-7B1A-DDC2F5FC0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950" y="1690688"/>
            <a:ext cx="5568939" cy="40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16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C7C8-3AE1-72E5-A9BB-0787FE8B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DBGWAS – Mash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4A809-F5E5-2502-D3CB-62C7E0E8C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chart of a graph&#10;&#10;AI-generated content may be incorrect.">
            <a:extLst>
              <a:ext uri="{FF2B5EF4-FFF2-40B4-BE49-F238E27FC236}">
                <a16:creationId xmlns:a16="http://schemas.microsoft.com/office/drawing/2014/main" id="{E9DB2FC6-635C-BD1C-66DE-236340EF0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4" y="1738647"/>
            <a:ext cx="6458725" cy="4754228"/>
          </a:xfrm>
          <a:prstGeom prst="rect">
            <a:avLst/>
          </a:prstGeom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7484C524-350C-F96E-D7F8-11A90E02F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110" y="2274508"/>
            <a:ext cx="5002765" cy="368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4B9A-BBC6-ADE3-24EB-A5294DC1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DBGWAS – SC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8BA61-142A-FE6F-209E-9D1465A4C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53CA950C-7EDF-6956-3BDE-0B49808C7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65" y="1925529"/>
            <a:ext cx="6104742" cy="4493664"/>
          </a:xfrm>
          <a:prstGeom prst="rect">
            <a:avLst/>
          </a:prstGeom>
        </p:spPr>
      </p:pic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F3EEDBF4-E2EF-496D-DA04-C1545A544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188" y="1925529"/>
            <a:ext cx="6104742" cy="449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59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EE755-4E40-BB47-EA53-A87CAC21F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2E4A-58EF-4627-EC9B-B9BCE458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AE8BB-2BE8-8E00-DA7D-7A5F98E2E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 err="1"/>
              <a:t>Nextflow_pipeline_EOD_LOD_CDC</a:t>
            </a:r>
            <a:endParaRPr lang="en-GB" dirty="0"/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Main Analysis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Sub-Analysis 1: Population structure methods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/>
              <a:t>Sub-Analysis 3: Continuous Outcome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2.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Nextflow_pipeline_EOD_LOD_VLOD_CDC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3.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Nextflow_pipeline_EOD_LOD_VLOD_CDC_NL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509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D68F6-AD9E-8807-3B6E-AA8C6DBD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DBGWAS –Continuous age</a:t>
            </a:r>
            <a:endParaRPr lang="en-US" dirty="0"/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8E5CBEBD-E21C-C353-BDC9-93C8A7FBE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79" y="1545835"/>
            <a:ext cx="6720664" cy="4947040"/>
          </a:xfrm>
        </p:spPr>
      </p:pic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02E96CFB-7259-8959-7CA0-48EC99F54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146" y="1972762"/>
            <a:ext cx="5244854" cy="386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8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46D71-EB58-C008-B955-60E16208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C1CDE-DEAE-4394-5081-33C28AFD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0344D-10A4-7458-CF45-E728592CE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Nextflow_pipeline_EOD_LOD_CDC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Main Analysis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Sub-Analysis 1: Population structure methods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Sub-Analysis 3: Continuous Outcome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Nextflow_pipeline_EOD_LOD_VLOD_CDC</a:t>
            </a:r>
            <a:endParaRPr lang="en-US" dirty="0"/>
          </a:p>
          <a:p>
            <a:pPr marL="971550" lvl="1" indent="-51435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Main Analysis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Nextflow_pipeline_EOD_LOD_VLOD_CDC_NL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pPr marL="971550" lvl="1" indent="-51435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Main Analysis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586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8CD9-C353-FE8E-F704-202893ED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DBGWAS – </a:t>
            </a:r>
            <a:r>
              <a:rPr lang="en-GB" dirty="0" err="1"/>
              <a:t>FastTree</a:t>
            </a:r>
            <a:r>
              <a:rPr lang="en-GB" dirty="0"/>
              <a:t> LMM</a:t>
            </a:r>
            <a:endParaRPr lang="en-US" dirty="0"/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5887549B-BF7A-FC53-69F7-ADD4D5F19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8686"/>
            <a:ext cx="6633124" cy="4882603"/>
          </a:xfrm>
        </p:spPr>
      </p:pic>
      <p:pic>
        <p:nvPicPr>
          <p:cNvPr id="7" name="Picture 6" descr="A graph of a curve&#10;&#10;AI-generated content may be incorrect.">
            <a:extLst>
              <a:ext uri="{FF2B5EF4-FFF2-40B4-BE49-F238E27FC236}">
                <a16:creationId xmlns:a16="http://schemas.microsoft.com/office/drawing/2014/main" id="{2BCDAF6E-D4C5-5202-06FE-8D5E45DC7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414" y="2280604"/>
            <a:ext cx="5109977" cy="376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87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669CF-BB2A-227B-8F2B-75BB80D1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C734-804D-2D43-3529-8D53E878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13769-509F-6A49-C7E0-385A5F214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 err="1">
                <a:solidFill>
                  <a:schemeClr val="bg2">
                    <a:lumMod val="90000"/>
                  </a:schemeClr>
                </a:solidFill>
              </a:rPr>
              <a:t>Nextflow_pipeline_EOD_LOD_CDC</a:t>
            </a: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Main Analysis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Sub-Analysis 1: Population structure methods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Sub-Analysis 3: Continuous Outcome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2.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Nextflow_pipeline_EOD_LOD_VLOD_CDC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Nextflow_pipeline_EOD_LOD_VLOD_CDC_NL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13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FEEA-CA95-920B-1B42-A184E317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DBGWAS – </a:t>
            </a:r>
            <a:r>
              <a:rPr lang="en-GB" dirty="0" err="1"/>
              <a:t>FastTree</a:t>
            </a:r>
            <a:r>
              <a:rPr lang="en-GB" dirty="0"/>
              <a:t> LMM</a:t>
            </a:r>
            <a:endParaRPr lang="en-US" dirty="0"/>
          </a:p>
        </p:txBody>
      </p:sp>
      <p:pic>
        <p:nvPicPr>
          <p:cNvPr id="5" name="Content Placeholder 4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2E5FF089-E6F7-18FB-2714-28B706600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" y="1865039"/>
            <a:ext cx="6287018" cy="4627836"/>
          </a:xfr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750AAF23-7E40-96FB-2A64-E7EB2AE11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053" y="2009700"/>
            <a:ext cx="5441621" cy="40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0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Widescreen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GBS GWAS  Preliminary Results</vt:lpstr>
      <vt:lpstr>Analyses</vt:lpstr>
      <vt:lpstr>Analyses</vt:lpstr>
      <vt:lpstr>SNP-GWAS – FastTree LMM</vt:lpstr>
      <vt:lpstr>DBGWAS – FastTree LMM</vt:lpstr>
      <vt:lpstr>Analyses</vt:lpstr>
      <vt:lpstr>DBGWAS – Fastree FEM</vt:lpstr>
      <vt:lpstr>DBGWAS – Mash</vt:lpstr>
      <vt:lpstr>DBGWAS – SC</vt:lpstr>
      <vt:lpstr>Analyses</vt:lpstr>
      <vt:lpstr>DBGWAS –Continuous age</vt:lpstr>
      <vt:lpstr>Analyses</vt:lpstr>
      <vt:lpstr>DBGWAS – FastTree LMM</vt:lpstr>
      <vt:lpstr>Analyses</vt:lpstr>
      <vt:lpstr>DBGWAS – FastTree LMM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Cavalli, Lea</dc:creator>
  <cp:lastModifiedBy>Cavalli, Lea</cp:lastModifiedBy>
  <cp:revision>1</cp:revision>
  <dcterms:created xsi:type="dcterms:W3CDTF">2025-08-05T06:12:31Z</dcterms:created>
  <dcterms:modified xsi:type="dcterms:W3CDTF">2025-08-05T18:03:30Z</dcterms:modified>
</cp:coreProperties>
</file>